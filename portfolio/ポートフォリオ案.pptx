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1367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43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4303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78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25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489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38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014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7399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25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265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75F80-18C5-4368-8B76-D7E0F11A872A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8C7FF-80E6-4E21-802A-879AAAAF70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287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7AFD092A-9671-2EE3-053C-42EB69AB2041}"/>
              </a:ext>
            </a:extLst>
          </p:cNvPr>
          <p:cNvGrpSpPr/>
          <p:nvPr/>
        </p:nvGrpSpPr>
        <p:grpSpPr>
          <a:xfrm>
            <a:off x="402044" y="102380"/>
            <a:ext cx="3769362" cy="2583544"/>
            <a:chOff x="402044" y="444136"/>
            <a:chExt cx="3769362" cy="2583544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B30E1F82-DE68-3049-18D6-F47F1FCAB91E}"/>
                </a:ext>
              </a:extLst>
            </p:cNvPr>
            <p:cNvSpPr/>
            <p:nvPr/>
          </p:nvSpPr>
          <p:spPr>
            <a:xfrm>
              <a:off x="402044" y="444136"/>
              <a:ext cx="3769362" cy="258354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D60301C-69F4-828F-10B2-A6965F1E14F4}"/>
                </a:ext>
              </a:extLst>
            </p:cNvPr>
            <p:cNvSpPr/>
            <p:nvPr/>
          </p:nvSpPr>
          <p:spPr>
            <a:xfrm>
              <a:off x="578565" y="650855"/>
              <a:ext cx="3416320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28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自分の恐竜のレベル</a:t>
              </a: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F31DED3-F3C0-42D9-9E73-E85A2FE9997F}"/>
                </a:ext>
              </a:extLst>
            </p:cNvPr>
            <p:cNvSpPr/>
            <p:nvPr/>
          </p:nvSpPr>
          <p:spPr>
            <a:xfrm>
              <a:off x="578565" y="1351409"/>
              <a:ext cx="1826141" cy="149893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ja-JP" alt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体　力：</a:t>
              </a:r>
              <a:br>
                <a:rPr lang="en-US" altLang="ja-JP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</a:br>
              <a:r>
                <a:rPr lang="ja-JP" alt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攻撃力：</a:t>
              </a:r>
            </a:p>
          </p:txBody>
        </p:sp>
        <p:sp>
          <p:nvSpPr>
            <p:cNvPr id="13" name="四角形: 上の 2 つの角を丸める 12">
              <a:extLst>
                <a:ext uri="{FF2B5EF4-FFF2-40B4-BE49-F238E27FC236}">
                  <a16:creationId xmlns:a16="http://schemas.microsoft.com/office/drawing/2014/main" id="{468099A7-7847-319C-E0A9-2075BB852F25}"/>
                </a:ext>
              </a:extLst>
            </p:cNvPr>
            <p:cNvSpPr/>
            <p:nvPr/>
          </p:nvSpPr>
          <p:spPr>
            <a:xfrm>
              <a:off x="2404704" y="1623952"/>
              <a:ext cx="1590179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四角形: 上の 2 つの角を丸める 13">
              <a:extLst>
                <a:ext uri="{FF2B5EF4-FFF2-40B4-BE49-F238E27FC236}">
                  <a16:creationId xmlns:a16="http://schemas.microsoft.com/office/drawing/2014/main" id="{EA2ECCDF-F1D9-6A0E-AB2D-F2459F937C99}"/>
                </a:ext>
              </a:extLst>
            </p:cNvPr>
            <p:cNvSpPr/>
            <p:nvPr/>
          </p:nvSpPr>
          <p:spPr>
            <a:xfrm>
              <a:off x="2404705" y="2316283"/>
              <a:ext cx="1590179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995F20DE-517B-0C97-1B60-7F076F8A9F05}"/>
              </a:ext>
            </a:extLst>
          </p:cNvPr>
          <p:cNvGrpSpPr/>
          <p:nvPr/>
        </p:nvGrpSpPr>
        <p:grpSpPr>
          <a:xfrm>
            <a:off x="4572000" y="102380"/>
            <a:ext cx="3769362" cy="2583544"/>
            <a:chOff x="4572000" y="444136"/>
            <a:chExt cx="3769362" cy="2583544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79DC7D3F-8D88-D931-4ECC-0A4175A59FDE}"/>
                </a:ext>
              </a:extLst>
            </p:cNvPr>
            <p:cNvSpPr/>
            <p:nvPr/>
          </p:nvSpPr>
          <p:spPr>
            <a:xfrm>
              <a:off x="4572000" y="444136"/>
              <a:ext cx="3769362" cy="258354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B140448A-5EFE-249B-6F15-49E7DDD40F87}"/>
                </a:ext>
              </a:extLst>
            </p:cNvPr>
            <p:cNvSpPr/>
            <p:nvPr/>
          </p:nvSpPr>
          <p:spPr>
            <a:xfrm>
              <a:off x="4928057" y="650855"/>
              <a:ext cx="3057247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28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敵の恐竜のレベル</a:t>
              </a:r>
            </a:p>
          </p:txBody>
        </p:sp>
        <p:sp>
          <p:nvSpPr>
            <p:cNvPr id="15" name="四角形: 上の 2 つの角を丸める 14">
              <a:extLst>
                <a:ext uri="{FF2B5EF4-FFF2-40B4-BE49-F238E27FC236}">
                  <a16:creationId xmlns:a16="http://schemas.microsoft.com/office/drawing/2014/main" id="{01A07732-C42A-A043-17A1-CEA41209F9DA}"/>
                </a:ext>
              </a:extLst>
            </p:cNvPr>
            <p:cNvSpPr/>
            <p:nvPr/>
          </p:nvSpPr>
          <p:spPr>
            <a:xfrm>
              <a:off x="5661590" y="1822798"/>
              <a:ext cx="1590179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30331B7-1475-10E3-82FF-A606ADE47C1F}"/>
              </a:ext>
            </a:extLst>
          </p:cNvPr>
          <p:cNvSpPr/>
          <p:nvPr/>
        </p:nvSpPr>
        <p:spPr>
          <a:xfrm>
            <a:off x="3767774" y="2750691"/>
            <a:ext cx="1158240" cy="3482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計算する</a:t>
            </a:r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9A1ED2CF-D2BC-EC38-87A6-98E3772DAE7F}"/>
              </a:ext>
            </a:extLst>
          </p:cNvPr>
          <p:cNvGrpSpPr/>
          <p:nvPr/>
        </p:nvGrpSpPr>
        <p:grpSpPr>
          <a:xfrm>
            <a:off x="377235" y="3166550"/>
            <a:ext cx="7939318" cy="3474871"/>
            <a:chOff x="377235" y="2989216"/>
            <a:chExt cx="7939318" cy="3652206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EC5120D4-04B4-3504-11A9-19BFBFC450E4}"/>
                </a:ext>
              </a:extLst>
            </p:cNvPr>
            <p:cNvSpPr/>
            <p:nvPr/>
          </p:nvSpPr>
          <p:spPr>
            <a:xfrm>
              <a:off x="377235" y="2989216"/>
              <a:ext cx="7939318" cy="365220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48B2E5AF-4D91-9353-46D7-1D8BBC5AA9A8}"/>
                </a:ext>
              </a:extLst>
            </p:cNvPr>
            <p:cNvSpPr/>
            <p:nvPr/>
          </p:nvSpPr>
          <p:spPr>
            <a:xfrm>
              <a:off x="802638" y="3083540"/>
              <a:ext cx="198002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r>
                <a:rPr lang="ja-JP" altLang="en-US" sz="2800" b="1" cap="none" spc="0" dirty="0">
                  <a:ln/>
                  <a:solidFill>
                    <a:schemeClr val="accent4"/>
                  </a:solidFill>
                  <a:effectLst/>
                </a:rPr>
                <a:t>総合被ダメ</a:t>
              </a: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7C5E7E4E-2E09-74CB-4409-A88DC8C7D6B5}"/>
                </a:ext>
              </a:extLst>
            </p:cNvPr>
            <p:cNvSpPr/>
            <p:nvPr/>
          </p:nvSpPr>
          <p:spPr>
            <a:xfrm>
              <a:off x="827447" y="3550865"/>
              <a:ext cx="1866217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r>
                <a:rPr lang="ja-JP" altLang="en-US" sz="2800" b="1" cap="none" spc="0" dirty="0">
                  <a:ln/>
                  <a:solidFill>
                    <a:schemeClr val="accent4"/>
                  </a:solidFill>
                  <a:effectLst/>
                </a:rPr>
                <a:t>回 復 時 間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7ABB983D-CC95-4BCB-D378-D5F1825C3472}"/>
                </a:ext>
              </a:extLst>
            </p:cNvPr>
            <p:cNvSpPr txBox="1"/>
            <p:nvPr/>
          </p:nvSpPr>
          <p:spPr>
            <a:xfrm>
              <a:off x="1584756" y="4001492"/>
              <a:ext cx="40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藁</a:t>
              </a: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6AA02BBC-0515-AA6D-2DC4-486F16070486}"/>
                </a:ext>
              </a:extLst>
            </p:cNvPr>
            <p:cNvSpPr txBox="1"/>
            <p:nvPr/>
          </p:nvSpPr>
          <p:spPr>
            <a:xfrm>
              <a:off x="3203073" y="3978999"/>
              <a:ext cx="40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皮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7B7D6A02-9DCA-DEB5-0ACA-4F9F3F62828B}"/>
                </a:ext>
              </a:extLst>
            </p:cNvPr>
            <p:cNvSpPr txBox="1"/>
            <p:nvPr/>
          </p:nvSpPr>
          <p:spPr>
            <a:xfrm>
              <a:off x="4700320" y="3978999"/>
              <a:ext cx="40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爪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D83D8590-ABB6-7800-3FA0-0C781E0C0C8A}"/>
                </a:ext>
              </a:extLst>
            </p:cNvPr>
            <p:cNvSpPr txBox="1"/>
            <p:nvPr/>
          </p:nvSpPr>
          <p:spPr>
            <a:xfrm>
              <a:off x="6216974" y="3978999"/>
              <a:ext cx="1404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クリスタル</a:t>
              </a:r>
            </a:p>
          </p:txBody>
        </p:sp>
        <p:sp>
          <p:nvSpPr>
            <p:cNvPr id="24" name="四角形: 上の 2 つの角を丸める 23">
              <a:extLst>
                <a:ext uri="{FF2B5EF4-FFF2-40B4-BE49-F238E27FC236}">
                  <a16:creationId xmlns:a16="http://schemas.microsoft.com/office/drawing/2014/main" id="{C6A37282-30B2-12AE-486F-A2D33E4AD178}"/>
                </a:ext>
              </a:extLst>
            </p:cNvPr>
            <p:cNvSpPr/>
            <p:nvPr/>
          </p:nvSpPr>
          <p:spPr>
            <a:xfrm>
              <a:off x="1279950" y="4432998"/>
              <a:ext cx="1089593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四角形: 上の 2 つの角を丸める 24">
              <a:extLst>
                <a:ext uri="{FF2B5EF4-FFF2-40B4-BE49-F238E27FC236}">
                  <a16:creationId xmlns:a16="http://schemas.microsoft.com/office/drawing/2014/main" id="{0CA0C777-0791-07AA-9745-359C351EB425}"/>
                </a:ext>
              </a:extLst>
            </p:cNvPr>
            <p:cNvSpPr/>
            <p:nvPr/>
          </p:nvSpPr>
          <p:spPr>
            <a:xfrm>
              <a:off x="2877404" y="4432998"/>
              <a:ext cx="1089593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四角形: 上の 2 つの角を丸める 25">
              <a:extLst>
                <a:ext uri="{FF2B5EF4-FFF2-40B4-BE49-F238E27FC236}">
                  <a16:creationId xmlns:a16="http://schemas.microsoft.com/office/drawing/2014/main" id="{C8AEA6FF-3047-E469-662B-DD7A60F644CF}"/>
                </a:ext>
              </a:extLst>
            </p:cNvPr>
            <p:cNvSpPr/>
            <p:nvPr/>
          </p:nvSpPr>
          <p:spPr>
            <a:xfrm>
              <a:off x="4474858" y="4411217"/>
              <a:ext cx="1089593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四角形: 上の 2 つの角を丸める 26">
              <a:extLst>
                <a:ext uri="{FF2B5EF4-FFF2-40B4-BE49-F238E27FC236}">
                  <a16:creationId xmlns:a16="http://schemas.microsoft.com/office/drawing/2014/main" id="{8895368B-FDB7-0676-B859-F26FFC1A99C2}"/>
                </a:ext>
              </a:extLst>
            </p:cNvPr>
            <p:cNvSpPr/>
            <p:nvPr/>
          </p:nvSpPr>
          <p:spPr>
            <a:xfrm>
              <a:off x="6281927" y="4432998"/>
              <a:ext cx="1089593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0A7E7ABC-D0B2-BE06-DE74-E0145488F0CB}"/>
                </a:ext>
              </a:extLst>
            </p:cNvPr>
            <p:cNvSpPr/>
            <p:nvPr/>
          </p:nvSpPr>
          <p:spPr>
            <a:xfrm>
              <a:off x="1827216" y="4853486"/>
              <a:ext cx="4493538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r>
                <a:rPr lang="ja-JP" altLang="en-US" sz="2800" b="1" dirty="0">
                  <a:ln/>
                  <a:solidFill>
                    <a:schemeClr val="accent4"/>
                  </a:solidFill>
                </a:rPr>
                <a:t>ワンパンできる必要攻撃力</a:t>
              </a:r>
              <a:endParaRPr lang="ja-JP" altLang="en-US" sz="2800" b="1" cap="none" spc="0" dirty="0">
                <a:ln/>
                <a:solidFill>
                  <a:schemeClr val="accent4"/>
                </a:solidFill>
                <a:effectLst/>
              </a:endParaRPr>
            </a:p>
          </p:txBody>
        </p:sp>
        <p:sp>
          <p:nvSpPr>
            <p:cNvPr id="42" name="四角形: 上の 2 つの角を丸める 41">
              <a:extLst>
                <a:ext uri="{FF2B5EF4-FFF2-40B4-BE49-F238E27FC236}">
                  <a16:creationId xmlns:a16="http://schemas.microsoft.com/office/drawing/2014/main" id="{0B60CC2F-5C10-B64C-0611-2D101B3FBDD4}"/>
                </a:ext>
              </a:extLst>
            </p:cNvPr>
            <p:cNvSpPr/>
            <p:nvPr/>
          </p:nvSpPr>
          <p:spPr>
            <a:xfrm>
              <a:off x="3784262" y="5367783"/>
              <a:ext cx="1089593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8FE3D5DE-1054-8997-EE1A-63B48C95C5EB}"/>
                </a:ext>
              </a:extLst>
            </p:cNvPr>
            <p:cNvSpPr/>
            <p:nvPr/>
          </p:nvSpPr>
          <p:spPr>
            <a:xfrm>
              <a:off x="1491635" y="5674789"/>
              <a:ext cx="1261884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r>
                <a:rPr lang="ja-JP" altLang="en-US" sz="2800" b="1" dirty="0">
                  <a:ln/>
                  <a:solidFill>
                    <a:schemeClr val="accent4"/>
                  </a:solidFill>
                </a:rPr>
                <a:t>敵体力</a:t>
              </a:r>
              <a:endParaRPr lang="ja-JP" altLang="en-US" sz="2800" b="1" cap="none" spc="0" dirty="0">
                <a:ln/>
                <a:solidFill>
                  <a:schemeClr val="accent4"/>
                </a:solidFill>
                <a:effectLst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2408408F-C84C-ECA6-1436-A10F5A09C85E}"/>
                </a:ext>
              </a:extLst>
            </p:cNvPr>
            <p:cNvSpPr/>
            <p:nvPr/>
          </p:nvSpPr>
          <p:spPr>
            <a:xfrm>
              <a:off x="5630812" y="5632887"/>
              <a:ext cx="1620957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r>
                <a:rPr lang="ja-JP" altLang="en-US" sz="2800" b="1" dirty="0">
                  <a:ln/>
                  <a:solidFill>
                    <a:schemeClr val="accent4"/>
                  </a:solidFill>
                </a:rPr>
                <a:t>敵攻撃力</a:t>
              </a:r>
              <a:endParaRPr lang="ja-JP" altLang="en-US" sz="2800" b="1" cap="none" spc="0" dirty="0">
                <a:ln/>
                <a:solidFill>
                  <a:schemeClr val="accent4"/>
                </a:solidFill>
                <a:effectLst/>
              </a:endParaRPr>
            </a:p>
          </p:txBody>
        </p:sp>
        <p:sp>
          <p:nvSpPr>
            <p:cNvPr id="51" name="四角形: 上の 2 つの角を丸める 50">
              <a:extLst>
                <a:ext uri="{FF2B5EF4-FFF2-40B4-BE49-F238E27FC236}">
                  <a16:creationId xmlns:a16="http://schemas.microsoft.com/office/drawing/2014/main" id="{385277A0-405B-56DD-B390-81D1267CE670}"/>
                </a:ext>
              </a:extLst>
            </p:cNvPr>
            <p:cNvSpPr/>
            <p:nvPr/>
          </p:nvSpPr>
          <p:spPr>
            <a:xfrm>
              <a:off x="1584581" y="6198009"/>
              <a:ext cx="1089593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四角形: 上の 2 つの角を丸める 51">
              <a:extLst>
                <a:ext uri="{FF2B5EF4-FFF2-40B4-BE49-F238E27FC236}">
                  <a16:creationId xmlns:a16="http://schemas.microsoft.com/office/drawing/2014/main" id="{8599BF8E-A408-9B39-DD56-A98C44E9BA7A}"/>
                </a:ext>
              </a:extLst>
            </p:cNvPr>
            <p:cNvSpPr/>
            <p:nvPr/>
          </p:nvSpPr>
          <p:spPr>
            <a:xfrm>
              <a:off x="5925031" y="6163224"/>
              <a:ext cx="1089593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四角形: 上の 2 つの角を丸める 53">
              <a:extLst>
                <a:ext uri="{FF2B5EF4-FFF2-40B4-BE49-F238E27FC236}">
                  <a16:creationId xmlns:a16="http://schemas.microsoft.com/office/drawing/2014/main" id="{034A1FA0-3BBB-1A77-C4EF-72B9061C8CC6}"/>
                </a:ext>
              </a:extLst>
            </p:cNvPr>
            <p:cNvSpPr/>
            <p:nvPr/>
          </p:nvSpPr>
          <p:spPr>
            <a:xfrm>
              <a:off x="3374498" y="3153173"/>
              <a:ext cx="1089593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四角形: 上の 2 つの角を丸める 54">
              <a:extLst>
                <a:ext uri="{FF2B5EF4-FFF2-40B4-BE49-F238E27FC236}">
                  <a16:creationId xmlns:a16="http://schemas.microsoft.com/office/drawing/2014/main" id="{9DF6D42F-80EE-5FED-A66F-50B83EDB178A}"/>
                </a:ext>
              </a:extLst>
            </p:cNvPr>
            <p:cNvSpPr/>
            <p:nvPr/>
          </p:nvSpPr>
          <p:spPr>
            <a:xfrm>
              <a:off x="3385265" y="3621603"/>
              <a:ext cx="1089593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93E03AC7-7B34-14C9-F308-56890EAF3A2A}"/>
                </a:ext>
              </a:extLst>
            </p:cNvPr>
            <p:cNvSpPr/>
            <p:nvPr/>
          </p:nvSpPr>
          <p:spPr>
            <a:xfrm>
              <a:off x="5730392" y="3051688"/>
              <a:ext cx="1261884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r>
                <a:rPr lang="ja-JP" altLang="en-US" sz="2800" b="1" dirty="0">
                  <a:ln/>
                  <a:solidFill>
                    <a:schemeClr val="accent4"/>
                  </a:solidFill>
                </a:rPr>
                <a:t>肉の量</a:t>
              </a:r>
              <a:endParaRPr lang="ja-JP" altLang="en-US" sz="2800" b="1" cap="none" spc="0" dirty="0">
                <a:ln/>
                <a:solidFill>
                  <a:schemeClr val="accent4"/>
                </a:solidFill>
                <a:effectLst/>
              </a:endParaRPr>
            </a:p>
          </p:txBody>
        </p:sp>
        <p:sp>
          <p:nvSpPr>
            <p:cNvPr id="57" name="四角形: 上の 2 つの角を丸める 56">
              <a:extLst>
                <a:ext uri="{FF2B5EF4-FFF2-40B4-BE49-F238E27FC236}">
                  <a16:creationId xmlns:a16="http://schemas.microsoft.com/office/drawing/2014/main" id="{2E3AD4AA-5890-BF0A-DE23-BB58B1010AFF}"/>
                </a:ext>
              </a:extLst>
            </p:cNvPr>
            <p:cNvSpPr/>
            <p:nvPr/>
          </p:nvSpPr>
          <p:spPr>
            <a:xfrm>
              <a:off x="5829801" y="3600766"/>
              <a:ext cx="1089593" cy="397692"/>
            </a:xfrm>
            <a:prstGeom prst="round2SameRect">
              <a:avLst>
                <a:gd name="adj1" fmla="val 16667"/>
                <a:gd name="adj2" fmla="val 2810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998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364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39</Words>
  <Application>Microsoft Office PowerPoint</Application>
  <PresentationFormat>画面に合わせる (4:3)</PresentationFormat>
  <Paragraphs>14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希 加藤</dc:creator>
  <cp:lastModifiedBy>希 加藤</cp:lastModifiedBy>
  <cp:revision>1</cp:revision>
  <dcterms:created xsi:type="dcterms:W3CDTF">2025-12-20T17:42:32Z</dcterms:created>
  <dcterms:modified xsi:type="dcterms:W3CDTF">2025-12-20T20:05:41Z</dcterms:modified>
</cp:coreProperties>
</file>